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2A1C"/>
    <a:srgbClr val="B08474"/>
    <a:srgbClr val="FAD5C3"/>
    <a:srgbClr val="FFFCE4"/>
    <a:srgbClr val="F1CD9E"/>
    <a:srgbClr val="D08858"/>
    <a:srgbClr val="E1B996"/>
    <a:srgbClr val="FEFEFE"/>
    <a:srgbClr val="E79A64"/>
    <a:srgbClr val="ED67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7568DA-7FE6-4F6E-BFEF-B58573341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055006E-8AEE-4E5A-BBF3-4E79BC735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FBECE9-E062-4CD7-BE2E-7DBFB128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5B63D-4267-40D9-860C-1C4816B471D1}" type="datetimeFigureOut">
              <a:rPr lang="ru-BY" smtClean="0"/>
              <a:t>09.03.2026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C00108-DF22-425E-95F0-DF944C70D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8C9CF1-0BE8-4E9C-9BE5-96AA5F493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1B6F-5C88-46D9-89A9-B69B7990D7CB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57806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7D586-DEBB-439D-B835-053231690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22B407-EE58-4B6E-B5F4-3ECFA8EFA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C27C2F-28F2-458A-90F7-589F92875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5B63D-4267-40D9-860C-1C4816B471D1}" type="datetimeFigureOut">
              <a:rPr lang="ru-BY" smtClean="0"/>
              <a:t>09.03.2026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AFBD7D-E8AC-40F7-AF67-FF0ACCA17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16EB14-20D0-4519-931A-D5238F46F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1B6F-5C88-46D9-89A9-B69B7990D7CB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139806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B2A92E-9587-4D20-8E4A-15FE7208A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B6E23A7-B7C2-47E2-9923-E9850A9A4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FF47DC-CCC0-4779-9546-06E4E28AB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5B63D-4267-40D9-860C-1C4816B471D1}" type="datetimeFigureOut">
              <a:rPr lang="ru-BY" smtClean="0"/>
              <a:t>09.03.2026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D2326D-B9D2-499B-A3FA-47DFE6252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EDF4C2-16FE-47FA-A7EB-7D155DF31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1B6F-5C88-46D9-89A9-B69B7990D7CB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58977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9A9F8C-F459-43FF-AA74-80BA3A325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CD5E98-F86C-4A50-B0E4-8861EB3119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69F244-C941-4794-9C1D-0E9EA7906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6666EC3-0858-4948-B135-C44C581FB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5B63D-4267-40D9-860C-1C4816B471D1}" type="datetimeFigureOut">
              <a:rPr lang="ru-BY" smtClean="0"/>
              <a:t>09.03.2026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D12644-14F3-48FD-825F-C7CAB7253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E959ED-0551-43EF-9874-C6D12673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1B6F-5C88-46D9-89A9-B69B7990D7CB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76287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1BDB08-13CB-4B91-95A4-7B12A65FE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B4201A-ED8B-41AD-9422-F4555B67D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E7E4C1C-6695-45EB-B3E6-D2DAEBD16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52C83C3-B5F6-49EC-9160-6FA137F3EA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2EC2BBB-A470-435B-8949-586010FD25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DBD8642-E24D-4D06-ACCB-AAB899E51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5B63D-4267-40D9-860C-1C4816B471D1}" type="datetimeFigureOut">
              <a:rPr lang="ru-BY" smtClean="0"/>
              <a:t>09.03.2026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6EFAE65-6913-4499-A6E5-2FD0380AD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03C37BB-AB7C-4299-8F13-CAC33123F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1B6F-5C88-46D9-89A9-B69B7990D7CB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519854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0196B6-990E-443D-AAFD-A353C3531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C402668-EA7E-4530-B8CA-4C73223F5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5B63D-4267-40D9-860C-1C4816B471D1}" type="datetimeFigureOut">
              <a:rPr lang="ru-BY" smtClean="0"/>
              <a:t>09.03.2026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9F219D9-92E3-47FE-8FAB-7CEDA3D85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61D7D43-337A-4D54-9A2E-408E41D64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1B6F-5C88-46D9-89A9-B69B7990D7CB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43417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061F732-255B-47A1-8792-7285370BE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5B63D-4267-40D9-860C-1C4816B471D1}" type="datetimeFigureOut">
              <a:rPr lang="ru-BY" smtClean="0"/>
              <a:t>09.03.2026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65F7EDB-B053-44E8-B4F7-5AB8B7DBA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7D6F41-6DF0-4F51-BF38-B65E8CE71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1B6F-5C88-46D9-89A9-B69B7990D7CB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137476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D68916-40D0-4C01-9C07-3AF531DFA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98E8B1-9230-4500-A0E8-5B6D9C2D8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90A5113-AC09-4A9B-8AB4-FDD5FE34CA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7BF929-1DF6-44A0-B8EF-9D381A325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5B63D-4267-40D9-860C-1C4816B471D1}" type="datetimeFigureOut">
              <a:rPr lang="ru-BY" smtClean="0"/>
              <a:t>09.03.2026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CC2616-6865-44CE-81C2-5BCCD7DC2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28E900-3266-4FCE-AD8F-4173BE18A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1B6F-5C88-46D9-89A9-B69B7990D7CB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866404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2F4EA2-72F7-4B51-898A-984D00143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0BB713C-D992-4627-B0BE-F35F7DD477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F9B8E5-C05F-4455-B4EE-E6E515144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952D7F-9C60-4DBD-A5C0-407DCA40F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5B63D-4267-40D9-860C-1C4816B471D1}" type="datetimeFigureOut">
              <a:rPr lang="ru-BY" smtClean="0"/>
              <a:t>09.03.2026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31E9B1-5A00-4E7D-AA02-FB8B73375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00FBA70-F35A-42FE-B725-50E8D650E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1B6F-5C88-46D9-89A9-B69B7990D7CB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512871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1FCFA-89AC-4B02-8F0E-CB91047C3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CDC3AEB-3702-49A7-A08C-3C60B8CC8B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DCEBA5-89F8-4694-92A0-C8AF24D48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5B63D-4267-40D9-860C-1C4816B471D1}" type="datetimeFigureOut">
              <a:rPr lang="ru-BY" smtClean="0"/>
              <a:t>09.03.2026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6706C8-D8DA-459E-8D41-D4B53FD0C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EA7D1E-B84D-4588-8F83-E027806CE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1B6F-5C88-46D9-89A9-B69B7990D7CB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344149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ED8F02A-2515-4E8A-AC04-F25DEC858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A8A21F4-8CEA-4027-A2CC-2EE38A16E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A4D93E-DEFB-4097-9BB3-353ABDBA6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5B63D-4267-40D9-860C-1C4816B471D1}" type="datetimeFigureOut">
              <a:rPr lang="ru-BY" smtClean="0"/>
              <a:t>09.03.2026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BDEB0C-9947-4149-936A-3BE0E8E84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B1B7AE-8139-44CE-899A-99E9FE683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51B6F-5C88-46D9-89A9-B69B7990D7CB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467667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41EC0-11FB-499B-A45F-51D95168D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8D3C40-F953-408F-A1EC-C2D9D6D51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22D588-B5C5-42D0-94AF-E65BE722D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05B63D-4267-40D9-860C-1C4816B471D1}" type="datetimeFigureOut">
              <a:rPr lang="ru-BY" smtClean="0"/>
              <a:t>09.03.2026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C70B95-AC64-4BC8-A11A-7657AC4780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DF690B-39D2-4CFB-A734-97FF1697F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51B6F-5C88-46D9-89A9-B69B7990D7CB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817621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fif"/><Relationship Id="rId4" Type="http://schemas.openxmlformats.org/officeDocument/2006/relationships/image" Target="../media/image3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828A785-0239-4AD8-9835-D97645F190F4}"/>
              </a:ext>
            </a:extLst>
          </p:cNvPr>
          <p:cNvSpPr/>
          <p:nvPr/>
        </p:nvSpPr>
        <p:spPr>
          <a:xfrm>
            <a:off x="0" y="0"/>
            <a:ext cx="9296400" cy="6858000"/>
          </a:xfrm>
          <a:prstGeom prst="rect">
            <a:avLst/>
          </a:prstGeom>
          <a:solidFill>
            <a:srgbClr val="FFFC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32CCBD3-724A-478A-9DEC-B28159BCDC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847" y="4809879"/>
            <a:ext cx="2606028" cy="18800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54E5725-4F3A-4AA2-A7B1-783F7AED9BC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96" b="1296"/>
          <a:stretch/>
        </p:blipFill>
        <p:spPr>
          <a:xfrm>
            <a:off x="2459280" y="4806205"/>
            <a:ext cx="3872752" cy="18837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DC87EF70-0039-4D54-AA9F-58DEA194E7BB}"/>
              </a:ext>
            </a:extLst>
          </p:cNvPr>
          <p:cNvSpPr/>
          <p:nvPr/>
        </p:nvSpPr>
        <p:spPr>
          <a:xfrm>
            <a:off x="178036" y="3429000"/>
            <a:ext cx="2103208" cy="3260955"/>
          </a:xfrm>
          <a:prstGeom prst="roundRect">
            <a:avLst/>
          </a:prstGeom>
          <a:solidFill>
            <a:srgbClr val="FAD5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6C7B283E-BA91-4B1F-ADC2-BD5113E1FFFC}"/>
              </a:ext>
            </a:extLst>
          </p:cNvPr>
          <p:cNvSpPr/>
          <p:nvPr/>
        </p:nvSpPr>
        <p:spPr>
          <a:xfrm rot="5400000">
            <a:off x="6244048" y="1761335"/>
            <a:ext cx="2499905" cy="3253747"/>
          </a:xfrm>
          <a:prstGeom prst="roundRect">
            <a:avLst/>
          </a:prstGeom>
          <a:solidFill>
            <a:srgbClr val="FAD5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A45CB5B5-724F-47AD-99D5-5D8E5F3219B2}"/>
              </a:ext>
            </a:extLst>
          </p:cNvPr>
          <p:cNvSpPr/>
          <p:nvPr/>
        </p:nvSpPr>
        <p:spPr>
          <a:xfrm>
            <a:off x="2461668" y="145203"/>
            <a:ext cx="4324614" cy="1867079"/>
          </a:xfrm>
          <a:prstGeom prst="roundRect">
            <a:avLst/>
          </a:prstGeom>
          <a:solidFill>
            <a:srgbClr val="FAD5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4F2A1C"/>
                </a:solidFill>
                <a:latin typeface="Montserrat" panose="00000500000000000000" pitchFamily="2" charset="-52"/>
              </a:rPr>
              <a:t>Твой персональный  помощник </a:t>
            </a:r>
          </a:p>
          <a:p>
            <a:pPr algn="ctr"/>
            <a:r>
              <a:rPr lang="ru-RU" sz="2000" b="1" dirty="0">
                <a:solidFill>
                  <a:srgbClr val="4F2A1C"/>
                </a:solidFill>
                <a:latin typeface="Montserrat" panose="00000500000000000000" pitchFamily="2" charset="-52"/>
              </a:rPr>
              <a:t>В приготовлении кулинарных шедевров</a:t>
            </a:r>
            <a:endParaRPr lang="ru-BY" sz="2000" b="1" dirty="0">
              <a:solidFill>
                <a:srgbClr val="4F2A1C"/>
              </a:solidFill>
              <a:latin typeface="Montserrat" panose="00000500000000000000" pitchFamily="2" charset="-52"/>
            </a:endParaRPr>
          </a:p>
          <a:p>
            <a:pPr algn="ctr"/>
            <a:endParaRPr lang="ru-BY" dirty="0"/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A24F73E2-1E17-4E61-9C28-AEBD9DF20024}"/>
              </a:ext>
            </a:extLst>
          </p:cNvPr>
          <p:cNvSpPr/>
          <p:nvPr/>
        </p:nvSpPr>
        <p:spPr>
          <a:xfrm>
            <a:off x="2459281" y="2138256"/>
            <a:ext cx="3233308" cy="2499904"/>
          </a:xfrm>
          <a:prstGeom prst="roundRect">
            <a:avLst/>
          </a:prstGeom>
          <a:solidFill>
            <a:srgbClr val="FAD5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0" b="1" dirty="0">
                <a:solidFill>
                  <a:srgbClr val="4F2A1C"/>
                </a:solidFill>
                <a:latin typeface="Montserrat" panose="00000500000000000000" pitchFamily="2" charset="-52"/>
              </a:rPr>
              <a:t>Cook</a:t>
            </a:r>
          </a:p>
          <a:p>
            <a:r>
              <a:rPr lang="en-US" sz="6000" b="1" dirty="0">
                <a:solidFill>
                  <a:srgbClr val="4F2A1C"/>
                </a:solidFill>
                <a:latin typeface="Montserrat" panose="00000500000000000000" pitchFamily="2" charset="-52"/>
              </a:rPr>
              <a:t>Helper</a:t>
            </a:r>
            <a:endParaRPr lang="ru-BY" sz="6000" b="1" dirty="0">
              <a:solidFill>
                <a:srgbClr val="4F2A1C"/>
              </a:solidFill>
              <a:latin typeface="Montserrat" panose="00000500000000000000" pitchFamily="2" charset="-52"/>
            </a:endParaRP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BB4E8A2C-6982-41FD-90FD-C67B4AEF9BA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57"/>
          <a:stretch/>
        </p:blipFill>
        <p:spPr>
          <a:xfrm>
            <a:off x="178036" y="145203"/>
            <a:ext cx="2106705" cy="31179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AD10A17D-A216-477D-81EB-08CB4CA5FD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314" y="154817"/>
            <a:ext cx="2158560" cy="18478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31814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1274</TotalTime>
  <Words>9</Words>
  <Application>Microsoft Office PowerPoint</Application>
  <PresentationFormat>Широкоэкранный</PresentationFormat>
  <Paragraphs>4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Montserrat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misha</dc:creator>
  <cp:lastModifiedBy>misha</cp:lastModifiedBy>
  <cp:revision>15</cp:revision>
  <dcterms:created xsi:type="dcterms:W3CDTF">2026-03-09T09:05:53Z</dcterms:created>
  <dcterms:modified xsi:type="dcterms:W3CDTF">2026-03-10T06:20:24Z</dcterms:modified>
</cp:coreProperties>
</file>